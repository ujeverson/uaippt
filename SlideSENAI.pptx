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5" d="100"/>
          <a:sy n="75" d="100"/>
        </p:scale>
        <p:origin x="81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JEVERSON TAVARES SAMPAIO" userId="3b1645ea-e25f-4285-894d-99db616a2821" providerId="ADAL" clId="{F03AF8CC-B26F-4517-811D-F778B3C210A9}"/>
    <pc:docChg chg="delSld delMainMaster">
      <pc:chgData name="UJEVERSON TAVARES SAMPAIO" userId="3b1645ea-e25f-4285-894d-99db616a2821" providerId="ADAL" clId="{F03AF8CC-B26F-4517-811D-F778B3C210A9}" dt="2026-03-18T01:15:34.722" v="0" actId="47"/>
      <pc:docMkLst>
        <pc:docMk/>
      </pc:docMkLst>
      <pc:sldChg chg="del">
        <pc:chgData name="UJEVERSON TAVARES SAMPAIO" userId="3b1645ea-e25f-4285-894d-99db616a2821" providerId="ADAL" clId="{F03AF8CC-B26F-4517-811D-F778B3C210A9}" dt="2026-03-18T01:15:34.722" v="0" actId="47"/>
        <pc:sldMkLst>
          <pc:docMk/>
          <pc:sldMk cId="157904225" sldId="282"/>
        </pc:sldMkLst>
      </pc:sldChg>
      <pc:sldMasterChg chg="del delSldLayout">
        <pc:chgData name="UJEVERSON TAVARES SAMPAIO" userId="3b1645ea-e25f-4285-894d-99db616a2821" providerId="ADAL" clId="{F03AF8CC-B26F-4517-811D-F778B3C210A9}" dt="2026-03-18T01:15:34.722" v="0" actId="47"/>
        <pc:sldMasterMkLst>
          <pc:docMk/>
          <pc:sldMasterMk cId="1636021913" sldId="2147483660"/>
        </pc:sldMasterMkLst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00502286" sldId="2147483661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2513741728" sldId="2147483662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792218062" sldId="2147483663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1010253605" sldId="2147483664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331785395" sldId="2147483665"/>
          </pc:sldLayoutMkLst>
        </pc:sldLayoutChg>
        <pc:sldLayoutChg chg="del">
          <pc:chgData name="UJEVERSON TAVARES SAMPAIO" userId="3b1645ea-e25f-4285-894d-99db616a2821" providerId="ADAL" clId="{F03AF8CC-B26F-4517-811D-F778B3C210A9}" dt="2026-03-18T01:15:34.722" v="0" actId="47"/>
          <pc:sldLayoutMkLst>
            <pc:docMk/>
            <pc:sldMasterMk cId="1636021913" sldId="2147483660"/>
            <pc:sldLayoutMk cId="306571189" sldId="214748366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B8503-02FD-4ED4-B302-8B56F38888EE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BC9890-F0CD-4BE5-B860-658134756E4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6055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2D5BF-9160-4B29-8DB3-0B5FE251C1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ADABB6-94C1-AEDC-B294-3F78F2AB4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676B15-6576-6FD7-0C2E-54CE9DB42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33C9C94-F658-6E14-6F89-89AC2A318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6502386-E531-B290-EC44-53EAB83BD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2370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3CA4E1-6F7D-5D34-151D-C01D99BD7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1FD3BE-B227-8FCB-53F3-59916EAFD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82476D-13B0-ADE6-1737-0A373E742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23D8AFE-59BE-757B-E1B4-DB5F57874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03C832-5218-EFDA-E274-FDCA0700A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1361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85DAE-0295-79AD-9370-801140150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96BD4B-C941-485C-0969-6E6E90B562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269AAB-F1F7-7F63-C426-7375E0117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C0E85C4-254D-0AAA-2BF1-2092BAF53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A0837-EA37-21A8-5C2C-58FA398A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0060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8676F2-AB22-42D8-EE1C-4855BC64F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DC1EF80-2C8A-1BEE-A358-10BC569B03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8A7378-FE0B-9AE2-F1DA-739FDC7CC9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B856DA3-B64F-89E2-5B8D-FFED01F5B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8BB335-7FB9-CF5D-EA5E-08DDC1660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AC272B-0A5C-4D26-F847-A111078B8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0074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4AF056-9C67-B67A-7EDD-57DF1C058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84E919-F693-E23B-08D8-06FBE6685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71569BE-32B6-2F72-6D61-2559E7D3C9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5460181-19DB-FA49-9398-EE9915D90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3369D61-69CA-2F18-9DFD-399B5F1BE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8BA526-387D-1CD1-3324-11A654603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8EE9128-B089-0D3F-3E76-6986DA714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707327-E3D5-B47B-94CE-075603CFA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63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74FB74-920B-A751-F3A7-B0A25A1D4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A0589D6-1C4E-F5F3-42FA-D1C286E67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F4A6C51-C45E-CE3F-073A-CCAAABC94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4B2605-765C-CB1F-B907-257881441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3539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028A5E3-A863-F93D-F46E-D7DA99185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7E0909A-2D89-49CE-16B7-FDEF5965F4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39404D-35AE-A783-7ECA-B50019C6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7601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550941-EEAF-F623-A341-B4101B795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445C44-735A-BE4B-3D6D-2108A535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C3E95D5-4AE6-3DB1-93A5-4B4DFECFB2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030DB8-CB8D-95E5-B3EE-9ACAD8C8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6D1B804-5C55-A72D-94E1-80FBD932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4597DC-EE0D-DDCA-859D-2D50A3900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1675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8593B-92C6-AAB2-086C-E906F2780E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52FC6D9-BBA7-734B-5A70-8F23A58075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B0966C0-8E89-0024-21A1-4251E2772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45B1467-26E9-01B2-ED7F-E57AEA7EF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DB0FE0-8C8C-88D7-AC80-FC1E958E0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2DC404-A6F9-FEE7-948F-27AFD8F60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6323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67063B-1EAF-45E4-5941-A9AB633B6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B5C9B21-7BEA-42AD-AB55-BA3FBCA2D2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055012-84D0-2070-77EB-EACB66F5F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3A2D62E-08D4-4966-B6AD-FE0B2BC2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4BF4A9B-D3C4-477E-8A30-86EB8489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329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03367F-ECC8-2958-DB6D-29217CFD2D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8C8D60-2756-5E8D-4EF0-BFFA20961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4BF400-A14F-B8DC-78D0-DF6A96A03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616397-0B3E-2911-7340-48A0653FD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43D648-336E-5E66-B89C-B72B05D2C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2201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5000" t="2000" r="4000" b="8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B78E0650-771E-1E54-E445-9F337D637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54F0239-AA49-F6D2-DD7A-0DD7B61E2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376FBC9-8923-C3D7-9404-773C4D030D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54D88C-6ABD-4C5E-AB83-2C4E1D6885DD}" type="datetimeFigureOut">
              <a:rPr lang="pt-BR" smtClean="0"/>
              <a:t>17/03/2026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8A1A09C-72E7-EE24-AB15-66958ACF29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51E71A1-FE19-C152-AF28-2A4F2FE6A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E5E67-C5D6-48C5-8540-6770CF63DB2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865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458AEEF-128F-E37F-18D7-5EF474421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242" y="6238875"/>
            <a:ext cx="745951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54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7C92E-8F08-0718-155C-A8B8D4D1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32711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UJEVERSON TAVARES SAMPAIO</dc:creator>
  <cp:lastModifiedBy>Ujeverson Tavares Sampaio</cp:lastModifiedBy>
  <cp:revision>2</cp:revision>
  <dcterms:created xsi:type="dcterms:W3CDTF">2025-02-03T00:31:06Z</dcterms:created>
  <dcterms:modified xsi:type="dcterms:W3CDTF">2026-03-18T01:15:36Z</dcterms:modified>
</cp:coreProperties>
</file>